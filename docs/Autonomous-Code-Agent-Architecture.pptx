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this is an architecture review of an autonomous coding agent. Goal is to explain what it is, how it is built, and the rationale for the significant technology choices — LangGraph vs LangChain, why a vector DB, why embeddings, and the SDK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everything to one idea: the value is in the workflow around the model, not the model alone. Approval gate + deterministic gates are what make it safe to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capabilities beyond a single ticket: epic orchestration and (next slide set) a PO agent for requirement intake. This is a platform, not a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a thin React control surface, an async FastAPI backend that holds the orchestration + a constrained tool sandbox, and the stores/externals. The model provider and Jira are the only hard external dependencies; everything else runs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point. Verifier routes back to Dev with concrete required-fixes up to a cap, then fails cleanly. Deterministic checks run before the LLM review — the compiler, not the model, decides 'does it build'.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the 'why embeddings' question: embeddings turn semantic similarity into geometric proximity, so we can retrieve conceptually-related code from a repo too large to fit in a prompt. AST chunking (not line windows) keeps each retrieved unit coherent.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table. Point at the four rows that get their own slides next: LangGraph, LiteLLM, Qdrant/embeddings, tree-sitter. Everything is a documented, reversible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decision. Emphasize: we still use LangChain-family primitives where useful (same ecosystem). What changed is the control plane — chain vs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three sub-questions in one slide: why vectors, why this embedding model, why Qdrant over the field. Reinforce that each is a config value —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smaller decisions. The recurring theme: each choice is isolated behind a seam so it can be swapped — provider, embedder, even the store — without a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Director's real question is 'can I trust this near my codebase?'. Answer: containment is enforced in code (path guard, command whitelist, plan-scope), not merely requested in prompts, and the human gate + deterministic gates bracket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pipelines bookend the code agent: PO agent shapes the requirement going in; the epic runner scales execution out across many stories. Together they cover intake → implementation →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is a governance feature, not a nicety: cost is attributable per attempt, and every action is on the record. Five small SQLite DBs + Qdrant — nothing to operate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limits. The framing that lands with a Director: none of the risks are architectural dead-ends — each has a seam already in place to address it when scale or trust warrants.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takeaways. The meta-message: this is engineered like production infrastructure — bounded, observable, reversible — not a demo. Point to the architecture doc for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6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754880"/>
            <a:ext cx="2377440" cy="2377440"/>
          </a:xfrm>
          <a:prstGeom prst="ellipse">
            <a:avLst/>
          </a:prstGeom>
          <a:solidFill>
            <a:srgbClr val="12305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7B7A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819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ARCHITECTURE REVIEW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Code Agent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stateful, multi-agent system that plans, writes, verifies and merges code — with the design decisions behind 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4892040"/>
            <a:ext cx="5029200" cy="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Director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Architect</a:t>
            </a:r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2026-07-05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ONE-SLIDE VERSION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630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takes a work item — a free-text request or a Jira ticket — and drives it end to end: it understands the target codebase, produces a reviewable plan, writes the code in an isolated Git branch, compiles and verifies its own output, and returns a diff ready to merge. It is built for Flutter/Dart projects.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6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single LLM call. The core is a supervised, cyclic, resumable workflow with a human approval gate, retrieval-augmented context, deterministic compile gates, and full per-run observability.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2440" y="1481328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75320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B7A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18653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6840" y="16824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graph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006840" y="208483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Dev → Verifier ⇄ Dev → QA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2440" y="3054096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33101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B7A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43814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32552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&amp; bounded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006840" y="36576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guard, command whitelist, plan-scoped writes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92440" y="4626864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75320" y="48828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B7A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50109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48280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observable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06840" y="52303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activity + token cost per run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" y="1664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170078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 codebase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2376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Dart/Python into semantic chunks and embeds them for retrieval.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81328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17136" y="1664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138928" y="170078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 change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35424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agent discovers relevant files and produces a file-accurate plan + acceptance criteria, then pauses for approval.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29016" y="1481328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0184" y="1664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951976" y="170078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348472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agent edits files inside a dedicated Git worktree using a constrained tool set.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3886200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4088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25880" y="4105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22376" y="47823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analyze, build_runner, scoped tests and DI checks — failures loop back to the developer.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15968" y="3886200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17136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138928" y="4105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&amp; merge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535424" y="47823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diff review, then a guarded merge into the base branch.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29016" y="3886200"/>
            <a:ext cx="3593592" cy="2148840"/>
          </a:xfrm>
          <a:prstGeom prst="roundRect">
            <a:avLst>
              <a:gd name="adj" fmla="val 2979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330184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8951976" y="4105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epics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8348472" y="47823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a Jira epic, runs independent stories concurrently, merges each level.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173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3F7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1764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 · React 19 — single-page control surface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37960" y="1627632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6276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CenterPane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36408" y="1627632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16276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SidePanel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34856" y="1627632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276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EpicRunPanel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433304" y="1627632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60736" y="16276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Chat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2450592"/>
            <a:ext cx="11183112" cy="2487168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CFE0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25511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 (async · SSE streaming)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38160" y="254203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163A63"/>
          </a:solidFill>
          <a:ln/>
        </p:spPr>
      </p:sp>
      <p:sp>
        <p:nvSpPr>
          <p:cNvPr id="21" name="Text 18"/>
          <p:cNvSpPr/>
          <p:nvPr/>
        </p:nvSpPr>
        <p:spPr>
          <a:xfrm>
            <a:off x="8165592" y="25420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966960" y="254203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163A63"/>
          </a:solidFill>
          <a:ln/>
        </p:spPr>
      </p:sp>
      <p:sp>
        <p:nvSpPr>
          <p:cNvPr id="23" name="Text 20"/>
          <p:cNvSpPr/>
          <p:nvPr/>
        </p:nvSpPr>
        <p:spPr>
          <a:xfrm>
            <a:off x="9994392" y="254203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8368" y="3054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8368" y="331012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3101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CodeAgentRunner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64408" y="331012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0" y="33101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870448" y="331012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97880" y="33101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runner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476488" y="331012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920" y="33101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graph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58368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agent tools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583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/ edit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4871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146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safe_shell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3159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434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path_guard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447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722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· build_runner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9735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010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· tree-sitter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9802368" y="4133088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5F9FE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29800" y="41330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02920" y="5193792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3F7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5285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8368" y="5596128"/>
            <a:ext cx="206654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" y="5596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× 5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834640" y="5596128"/>
            <a:ext cx="206654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862072" y="5596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(vectors)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010912" y="5596128"/>
            <a:ext cx="2066544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38344" y="5596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7635240" y="5193792"/>
            <a:ext cx="4050792" cy="960120"/>
          </a:xfrm>
          <a:prstGeom prst="roundRect">
            <a:avLst>
              <a:gd name="adj" fmla="val 7619"/>
            </a:avLst>
          </a:prstGeom>
          <a:solidFill>
            <a:srgbClr val="F3F7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790688" y="5285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790688" y="5596128"/>
            <a:ext cx="18105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18120" y="55961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via LiteLLM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9710928" y="5596128"/>
            <a:ext cx="18105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738360" y="55961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Cloud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6089904" y="2194560"/>
            <a:ext cx="0" cy="256032"/>
          </a:xfrm>
          <a:prstGeom prst="line">
            <a:avLst/>
          </a:prstGeom>
          <a:noFill/>
          <a:ln w="22225">
            <a:solidFill>
              <a:srgbClr val="163A63"/>
            </a:solidFill>
            <a:prstDash val="solid"/>
            <a:headEnd type="triangle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3977640" y="4937760"/>
            <a:ext cx="0" cy="256032"/>
          </a:xfrm>
          <a:prstGeom prst="line">
            <a:avLst/>
          </a:prstGeom>
          <a:noFill/>
          <a:ln w="22225">
            <a:solidFill>
              <a:srgbClr val="163A63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9646920" y="4937760"/>
            <a:ext cx="0" cy="256032"/>
          </a:xfrm>
          <a:prstGeom prst="line">
            <a:avLst/>
          </a:prstGeom>
          <a:noFill/>
          <a:ln w="22225">
            <a:solidFill>
              <a:srgbClr val="D98A2B"/>
            </a:solidFill>
            <a:prstDash val="dash"/>
            <a:headEnd type="triangle"/>
            <a:tailEnd type="triangle"/>
          </a:ln>
        </p:spPr>
      </p:sp>
      <p:sp>
        <p:nvSpPr>
          <p:cNvPr id="63" name="Text 60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files,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plan + criteria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99232" y="3063240"/>
            <a:ext cx="5486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02736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02736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694176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tool loop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into worktree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063240"/>
            <a:ext cx="5486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547104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47104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38544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review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87968" y="3063240"/>
            <a:ext cx="5486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491472" y="23774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27B7A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491472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9582912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diff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148132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4E2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· Human approval gate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801368" y="2048256"/>
            <a:ext cx="0" cy="292608"/>
          </a:xfrm>
          <a:prstGeom prst="line">
            <a:avLst/>
          </a:prstGeom>
          <a:noFill/>
          <a:ln w="22225">
            <a:solidFill>
              <a:srgbClr val="D98A2B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690104" y="3767328"/>
            <a:ext cx="-2944368" cy="566928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3602736" y="429768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FIX MODE  (≤ 3 iterations)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5074920"/>
            <a:ext cx="11183112" cy="1097280"/>
          </a:xfrm>
          <a:prstGeom prst="roundRect">
            <a:avLst>
              <a:gd name="adj" fmla="val 6667"/>
            </a:avLst>
          </a:prstGeom>
          <a:solidFill>
            <a:srgbClr val="F3F7FC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1937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graph, not one prompt?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gives us what a linear chain can't: an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interruptible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approval pause, a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retry cycle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compile failure, and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checkpointing so a run resumes after a crash. State is a typed dict persisted by an async SQLite saver; every retry is a new run_id linked to the original.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CODEBASE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context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659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54480" y="2148840"/>
            <a:ext cx="475488" cy="475488"/>
          </a:xfrm>
          <a:prstGeom prst="ellipse">
            <a:avLst/>
          </a:prstGeom>
          <a:solidFill>
            <a:srgbClr val="27B7A2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008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2644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+ Python → class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method chunks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81528" y="2811780"/>
            <a:ext cx="292608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19856" y="19659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25696" y="2148840"/>
            <a:ext cx="475488" cy="475488"/>
          </a:xfrm>
          <a:prstGeom prst="ellipse">
            <a:avLst/>
          </a:prstGeom>
          <a:solidFill>
            <a:srgbClr val="27B7A2"/>
          </a:solidFill>
          <a:ln/>
        </p:spPr>
      </p:sp>
      <p:sp>
        <p:nvSpPr>
          <p:cNvPr id="16" name="Text 13"/>
          <p:cNvSpPr/>
          <p:nvPr/>
        </p:nvSpPr>
        <p:spPr>
          <a:xfrm>
            <a:off x="4425696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19856" y="26974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9856" y="3008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11296" y="32644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vectors,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52744" y="2811780"/>
            <a:ext cx="292608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91072" y="19659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296912" y="2148840"/>
            <a:ext cx="475488" cy="475488"/>
          </a:xfrm>
          <a:prstGeom prst="ellipse">
            <a:avLst/>
          </a:prstGeom>
          <a:solidFill>
            <a:srgbClr val="27B7A2"/>
          </a:solidFill>
          <a:ln/>
        </p:spPr>
      </p:sp>
      <p:sp>
        <p:nvSpPr>
          <p:cNvPr id="23" name="Text 20"/>
          <p:cNvSpPr/>
          <p:nvPr/>
        </p:nvSpPr>
        <p:spPr>
          <a:xfrm>
            <a:off x="7296912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291072" y="26974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91072" y="3008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82512" y="32644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payload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823960" y="2811780"/>
            <a:ext cx="292608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62288" y="19659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168128" y="2148840"/>
            <a:ext cx="475488" cy="475488"/>
          </a:xfrm>
          <a:prstGeom prst="ellipse">
            <a:avLst/>
          </a:prstGeom>
          <a:solidFill>
            <a:srgbClr val="27B7A2"/>
          </a:solidFill>
          <a:ln/>
        </p:spPr>
      </p:sp>
      <p:sp>
        <p:nvSpPr>
          <p:cNvPr id="30" name="Text 27"/>
          <p:cNvSpPr/>
          <p:nvPr/>
        </p:nvSpPr>
        <p:spPr>
          <a:xfrm>
            <a:off x="1016812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162288" y="26974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162288" y="3008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for planner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253728" y="32644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recall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code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" y="4114800"/>
            <a:ext cx="11183112" cy="1965960"/>
          </a:xfrm>
          <a:prstGeom prst="roundRect">
            <a:avLst>
              <a:gd name="adj" fmla="val 3721"/>
            </a:avLst>
          </a:prstGeom>
          <a:solidFill>
            <a:srgbClr val="F3F7FC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retrieval strategies, deliberately combined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31520" y="46817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fuzzy semantic recall — “where is auth handled?” surfaces LoginController and AuthRepository even without the word ‘auth’.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31520" y="5230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discovery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(live grep + file reads by the Explorer) gives exact-symbol precision. Fuzzy recall + exact precision = a file-accurate plan.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at a glance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3309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one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Python 3.11+ (async)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Agent/LLM ecosystem is Python-first; workload is I/O-bound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FastAPI + Uvicorn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async + SSE streaming + Pydantic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LangGraph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Interruptible, cyclic, checkpointed state machine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LiteLLM (+ OpenAI SDK)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Provider-agnostic; model is a config value, not a dependency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Qdrant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ANN search + metadata filtering, local deploy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text-embedding-3-small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recall at low cost; 1536-dim, compact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parsing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tree-sitter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AST-aware semantic chunking, not line 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Git worktrees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Container-like isolation with native Git branching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SQLite × 5 (WAL)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Zero-ops embedded stores for a single-node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A6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Next.js 16 / React 19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Radix + Tailwind SPA; live plan approval &amp; diffs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· THE CONTROL PLANE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LangGraph, not LangChain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630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F3F7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276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— chains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0848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blocks in a linear / lightly-branching flow: input → step → step → output.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 completion — pausing mid-flow for approval is unnatural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3009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(retry loops) need manual, error-prone loop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9044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between calls — a crash loses progress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507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prompt → tool → answer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5352" y="14630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9F7F4"/>
          </a:solidFill>
          <a:ln w="19050">
            <a:solidFill>
              <a:srgbClr val="27B7A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73952" y="16276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— state machine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73952" y="20848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directed graph over a shared, typed state. Conditional edges decide what runs next.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73952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/ checkpoint → pause after Planner for human approval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73952" y="33009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→ bounded Verifier→Dev retry cycle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73952" y="39044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AsyncSqliteSaver → durable, resume exactly where it stopped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73952" y="45079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a supervised, cyclic, resumable workflow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5440680"/>
            <a:ext cx="11183112" cy="749808"/>
          </a:xfrm>
          <a:prstGeom prst="roundRect">
            <a:avLst>
              <a:gd name="adj" fmla="val 9756"/>
            </a:avLst>
          </a:prstGeom>
          <a:solidFill>
            <a:srgbClr val="0E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4406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great for ‘prompt → tool → answer.’ Our workflow is a supervised loop with approval gates and retries that must survive restarts — that is a state machine, and LangGraph is the state-machine framework.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· RETRIEVAL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vectors, embeddings &amp; Qdrant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6304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F3F7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727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embeddings at all?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93852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is brittle: a request for ‘authentication’ should still surface LoginController and credentials_store.dart. Embeddings map text into a space where semantic similarity becomes geometric proximity — so a nearest-neighbour search returns conceptually related code, letting us ground the planner on a repo far too large to fit in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0632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9F7F4"/>
          </a:solidFill>
          <a:ln w="19050">
            <a:solidFill>
              <a:srgbClr val="27B7A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" y="32278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 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" y="3666744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ANN (HNSW) + payload filtering + trivial local deploy. The chosen sweet spot.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28416" y="30632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3008" y="32278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93008" y="3666744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if we already ran Postgres — we don't; ANN indexing less specialized.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53912" y="30632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8504" y="32278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 / cloud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18504" y="3666744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but adds cost, latency &amp; a hard external dep for a local dev tool.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979408" y="30632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0" y="3227832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0" y="3666744"/>
            <a:ext cx="2368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library, not a service — no persistence, filtering or upsert out of the box.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5029200"/>
            <a:ext cx="11183112" cy="1143000"/>
          </a:xfrm>
          <a:prstGeom prst="roundRect">
            <a:avLst>
              <a:gd name="adj" fmla="val 6400"/>
            </a:avLst>
          </a:prstGeom>
          <a:solidFill>
            <a:srgbClr val="EAF1F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51389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 — text-embedding-3-small (1536-dim)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31520" y="550468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recall at a fraction of the cost/latency of larger models; compact index; same provider as the chat model (one key, one bill). The ‘-large’ model gains little for code chunks at ~2× cost; a local embedder is a single config swap if data residency ever demands it.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3–5 · SDK, PARSING, ISOLATION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deliberate choices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5564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63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90195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532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access via LiteLLM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" y="326440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acompletion — the same call runs against OpenAI, Azure, Anthropic or a self-hosted gateway by changing config. Avoids vendor lock-in; one seam wraps all completions with a bounded timeout + retry.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1520" y="51846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wiring a single vendor SDK through the whole codebase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88536" y="1481328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17136" y="175564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63A6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9019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17136" y="2532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via tree-sitter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517136" y="326440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at syntactic boundaries — whole classes and methods — so each embedded unit is semantically complete. Fast, incremental, error-tolerant; also powers symbol &amp; import analysis.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17136" y="51846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fixed line-windows that shred functions mid-body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74152" y="1481328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02752" y="175564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63A6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19019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2752" y="25328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via Git worktrees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302752" y="3264408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gets its own worktree + agent/&lt;run_id&gt; branch: full isolation from the user's tree and other runs, a clean diff to review, and abandon = delete a branch. Enables concurrent epic stories.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302752" y="51846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editing in place (clobbers work) or containers (heavier)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 TO TRUST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guardrails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883664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93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6824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Path-traversal guard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63040" y="20482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read/write resolves the real path and rejects anything escaping the project root.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99632" y="1481328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13" name="Shape 9"/>
          <p:cNvSpPr/>
          <p:nvPr/>
        </p:nvSpPr>
        <p:spPr>
          <a:xfrm>
            <a:off x="6428232" y="1883664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933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59752" y="16824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whitelist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159752" y="204825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allow-listed flutter/dart/git subcommands run; shell metacharacters are blocked outright.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054096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3456432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6616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32552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Plan-scope enforcement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463040" y="362102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agent may only touch files in the approved plan — enforced at the tool layer, not the prompt.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99632" y="3054096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23" name="Shape 17"/>
          <p:cNvSpPr/>
          <p:nvPr/>
        </p:nvSpPr>
        <p:spPr>
          <a:xfrm>
            <a:off x="6428232" y="3456432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56616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59752" y="32552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gate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159752" y="362102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plan must be approved before any code is written (configurable per run/epic).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" y="4626864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28" name="Shape 21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3892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48280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everything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1463040" y="51937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LLM timeout + retry, dev-loop step cap, verifier iteration cap, Jira timeout.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199632" y="4626864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3F7FC"/>
          </a:solidFill>
          <a:ln/>
        </p:spPr>
      </p:sp>
      <p:sp>
        <p:nvSpPr>
          <p:cNvPr id="33" name="Shape 25"/>
          <p:cNvSpPr/>
          <p:nvPr/>
        </p:nvSpPr>
        <p:spPr>
          <a:xfrm>
            <a:off x="6428232" y="5029200"/>
            <a:ext cx="548640" cy="548640"/>
          </a:xfrm>
          <a:prstGeom prst="ellipse">
            <a:avLst/>
          </a:prstGeom>
          <a:solidFill>
            <a:srgbClr val="27B7A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5138928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59752" y="48280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Deterministic-first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7159752" y="51937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decides ‘does it build’ — the LLM only reviews plan alignment after the gate is green.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TICKET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Higher-order pipelines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AF1FA"/>
          </a:solidFill>
          <a:ln w="12700">
            <a:solidFill>
              <a:srgbClr val="CFE0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 runner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whole Jira epic across a dependency graph.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epic_planner builds a dependency graph of child stories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3192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in the same topological level run concurrently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9410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level merges into agent/epic-&lt;id&gt;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5628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Full-auto mode with bounded per-child auto-retries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1846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runs reconciled on startup — no stale UI state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1481328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9F7F4"/>
          </a:solidFill>
          <a:ln w="12700">
            <a:solidFill>
              <a:srgbClr val="27B7A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73952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(Product-Owner) agent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73952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vague ideas into well-formed stories before any code.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19672" y="2697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graph: classify → analyze → Q&amp;A → readiness → story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19672" y="33192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mode: iterative Q&amp;A refines a fuzzy idea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19672" y="39410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mode: validate a solid requirement, emit structure now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19672" y="45628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SQLite session store (no LangGraph checkpointer)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19672" y="51846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clean, testable requirements into the code agent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EVERYTHING A RUN DOES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F3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Per-run activity stream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events appended to a per-run SQLite table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9443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transitions, agent thinking, every tool call + result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6027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and token usage, per phase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2611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live to the UI over Server-Sent Events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keyed by run_id → attributable per retry attempt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footprint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94560"/>
          <a:ext cx="5102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249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project_ticket_store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Projects, tickets, Jira metadata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checkpoint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state &amp; 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run-list summaries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epic_run_store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coordination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po_session_store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session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embeddings (RAG)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63A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B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25880" y="640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roadmap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6DF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BF1E5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 — and the mitigation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Single-node SQLite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5968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interfaces isolated → Postgres when hosted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cost &amp; non-determinism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5112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 + bounded retries + token tracking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dependency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4256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seam already abstracts it; local models a swap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Flutter/Dart coupling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3400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gates are pluggable per language (planned)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99632" y="1481328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9F7F4"/>
          </a:solidFill>
          <a:ln w="12700">
            <a:solidFill>
              <a:srgbClr val="27B7A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73952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themes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519672" y="23317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per-language verifier gates (beyond Dart)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19672" y="30175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local / self-hosted models for data residency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19672" y="37033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persistence for hosted multi-tenant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19672" y="43891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tool surface for the developer agent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19672" y="50749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Jira write-back once trust is established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Code Agent · Architecture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572000"/>
            <a:ext cx="3108960" cy="3108960"/>
          </a:xfrm>
          <a:prstGeom prst="ellipse">
            <a:avLst/>
          </a:prstGeom>
          <a:solidFill>
            <a:srgbClr val="163A6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27B7A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932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26974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B7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5920" y="27157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the product   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supervised, cyclic, resumable state machine — not a single prompt.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53872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B7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45920" y="355701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reversible   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embedder, store and provider each sit behind a config seam.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379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B7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45920" y="43982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is enforced in code   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guard, command whitelist, plan-scope, human gate, deterministic gates.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522122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B7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645920" y="52395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   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verifiers, local models and Postgres are seams, not rewrites.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48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docs/ARCHITECTURE.md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Code Agent — Architecture Review</dc:title>
  <dc:subject>PptxGenJS Presentation</dc:subject>
  <dc:creator>Engineering Architecture</dc:creator>
  <cp:lastModifiedBy>Engineering Architecture</cp:lastModifiedBy>
  <cp:revision>1</cp:revision>
  <dcterms:created xsi:type="dcterms:W3CDTF">2026-07-05T06:15:56Z</dcterms:created>
  <dcterms:modified xsi:type="dcterms:W3CDTF">2026-07-05T06:15:56Z</dcterms:modified>
</cp:coreProperties>
</file>